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8016" autoAdjust="0"/>
    <p:restoredTop sz="94660"/>
  </p:normalViewPr>
  <p:slideViewPr>
    <p:cSldViewPr snapToGrid="0">
      <p:cViewPr varScale="1">
        <p:scale>
          <a:sx n="95" d="100"/>
          <a:sy n="95" d="100"/>
        </p:scale>
        <p:origin x="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5E5F-6CA7-AB78-10FB-6C2553280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F61BA-6513-E052-8A4D-0A133A53F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1A4AB-333B-33DF-55E9-490101FE3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5189A-0F10-4066-A8E5-73E7588A232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8A27A-5B10-B0AB-A014-1E8328920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43274-08B7-0BD9-B293-C3B4AB9B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82EA-1200-4A00-AC79-1368533B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0F2-8681-4C68-2CB3-D678D0AD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0954-5494-BBDB-D35A-21EB1F90A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BE74C-6F51-1CE2-14D1-12A11164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5189A-0F10-4066-A8E5-73E7588A232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16317-B3E1-AB4C-E275-5C23F8A6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8F262-2ED6-31E7-BB01-9578F1D3C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82EA-1200-4A00-AC79-1368533B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20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C2D8-2298-22B3-2EAB-FB602EECD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D4457-032D-87F7-7C05-1C9356B8F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12E05-D3E4-695C-B14F-476D9E3E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5189A-0F10-4066-A8E5-73E7588A232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18053-715B-9CEF-5CC3-0B0AA6A7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6A454-8B9E-BEBE-D4B3-046394D0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82EA-1200-4A00-AC79-1368533B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5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AE24E-1101-CBE0-C316-AF12ED17C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008F4-0EFC-C166-8857-D2373BCD2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7626C-A05D-3A3E-EE82-D3A08E900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CF436-4308-46DA-720F-8BBBE3943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5189A-0F10-4066-A8E5-73E7588A232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286AD-FC3F-09B4-092A-67C9AF7E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27D3E-CF64-9E2F-37EC-4BE4DA27F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82EA-1200-4A00-AC79-1368533B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64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6D94-5D0B-063E-CD7D-EF26B14B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3B85B-ACCA-F1F0-E510-008A428BB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22828-8493-CAE8-8A73-C00F19E52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1BA15-C3F2-9E58-64A0-73D9A287B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64B473-6A1A-B04C-3B22-8475EF1EFE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443EF6-4172-F7F5-E57C-CAEE68A1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5189A-0F10-4066-A8E5-73E7588A232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FC3DF-E6A3-4CB5-706B-5FF78B735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795AF4-E01E-0C56-A21D-F2E2B6B1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82EA-1200-4A00-AC79-1368533B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65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01F7-25A8-71C7-A55A-5BB6E8EE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690B5-719A-BCE6-88D5-9F4DA2C69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5189A-0F10-4066-A8E5-73E7588A232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B9A97-BAF4-0861-618C-A21EFA33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199F6-E0CD-3C33-82EA-F76C021A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82EA-1200-4A00-AC79-1368533B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2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56EA99-8CB5-D3FC-55E2-24DC2BDE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5189A-0F10-4066-A8E5-73E7588A232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821ECD-BF0D-679E-DD65-25AC690A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F1971-6C60-E95F-005B-293B4E64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82EA-1200-4A00-AC79-1368533B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50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599A-7367-8EDE-FD94-0D66F42B3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B2947-28A6-AADC-6C4C-7C58A214F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D27AF-5CC1-F0DE-58C3-358B645CD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C6A97-D565-65C0-DB48-C74FCADF6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5189A-0F10-4066-A8E5-73E7588A232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5EC5C-E60B-F8B5-4AB4-24D7ED156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BE5F5-6650-D681-6341-D018C553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82EA-1200-4A00-AC79-1368533B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24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AA85-B2F1-373E-10E6-33BDF507F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B3324-15DF-AE47-070D-0FB3CF2BDB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2F748-B521-1D82-EBFC-DC1814D80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90C5E-008D-314A-3861-2C76DBEC5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5189A-0F10-4066-A8E5-73E7588A232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318EF-62FE-9ED2-CABF-BE090DDC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73627-A7DB-62D8-6DEE-157A82D2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82EA-1200-4A00-AC79-1368533B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6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69C6-98E8-8C43-F9ED-384594D79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AE55F-4F3E-14F0-94C8-53227AFE6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AE4C9-7ADB-4BF9-DF6E-9356FEAFE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5189A-0F10-4066-A8E5-73E7588A232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96A9B-A29D-8314-057A-51C2E4F3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71244-2523-D072-CD29-C19813A5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82EA-1200-4A00-AC79-1368533B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28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9C938F-1263-E14B-85C9-5246DEEEB7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5F5C1-461C-6F89-C84B-159476B13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275DF-8A59-6DA1-D924-A87D9FE1C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5189A-0F10-4066-A8E5-73E7588A232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4DB32-2968-9926-B706-4A4C7E80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E0D5-04EF-E42D-1053-2A266317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A82EA-1200-4A00-AC79-1368533B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9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FEC915-F837-8EF5-8CE9-3F93E6809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876FE-1026-AEB6-93A7-8D4F56232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93402-1FB6-55C6-9A41-B3A331FDF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5189A-0F10-4066-A8E5-73E7588A232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B8619-D7EC-0317-E939-E3BDC141B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07777-B0B9-4092-E8C5-00DF9BBB4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A82EA-1200-4A00-AC79-1368533B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25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Jansen</dc:creator>
  <cp:lastModifiedBy>John Jansen</cp:lastModifiedBy>
  <cp:revision>1</cp:revision>
  <dcterms:created xsi:type="dcterms:W3CDTF">2026-04-30T19:16:12Z</dcterms:created>
  <dcterms:modified xsi:type="dcterms:W3CDTF">2026-04-30T19:17:37Z</dcterms:modified>
</cp:coreProperties>
</file>